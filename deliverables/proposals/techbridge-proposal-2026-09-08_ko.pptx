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TECHBRIDGE · PROPOSAL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고객지원 챗봇 플랫폼 구축 제안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이메일·전화 중심의 CS 대응 구조를 AI 기반 1차 자동응대 체계로 전환하여, 평균 응답 시간을 6시간에서 3초 이내로 단축하고 성수기 문의 급증에도 안정적으로 대응할 수 있는 구조를 제안합니다.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738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2245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 → 3s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37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시간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4023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738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42245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3억원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937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상한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4023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738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42245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141.75백만원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937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제안 비용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4023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738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42245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937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대비 여유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승리 포인트:  (1) 벤더 락인 없는 LLM 어댑터 구조   (2) 기존 Zendesk 계약 그대로 활용   (3) 예산 대비 53% 여유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CLIENT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요구사항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323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임베드형 챗봇 위젯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주문/배송/반품 자동응대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상담원 핸드오프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연동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0F7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4323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비기능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3초 이내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망분리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1828800"/>
            <a:ext cx="457200" cy="457200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4323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제약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3억원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2027-03-01 가동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락인 지양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943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질문 :  망분리 방식(물리적/논리적)은 요건 분석 단계에서 최우선 확정이 필요합니다.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아키텍처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대화형 AI 플랫폼 + 시나리오 엔진 + LLM 어댑터 + Zendesk 연동 구조. 사내 데이터는 VPC 내부에 유지하고 API 게이트웨이로 논리적 망분리를 충족합니다.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260604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웹/모바일 위젯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3317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331720"/>
            <a:ext cx="260604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게이트웨이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3317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DDC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331720"/>
            <a:ext cx="260604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오케스트레이션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(시나리오 엔진 · LLM 어댑터)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3317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32688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0" y="2331720"/>
            <a:ext cx="260604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핸드오프 라우터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Zendesk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06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주문/배송 데이터  —  VPC 내부 유지, API 게이트웨이를 통한 논리적 망분리 (RFP 미해결 질문에 따라 재검토 필요)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F1~F4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5349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 </a:t>
            </a:r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위젯 · 시나리오 엔진 · 핸드오프 · Zendesk 연동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78815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7881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57881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3초 이내  </a:t>
            </a:r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캐싱 + 비동기 스트리밍 응답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227064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270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/ C3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6227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망분리 · 벤더 락인 지양  </a:t>
            </a:r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망분리 · LLM 어댑터 패턴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WE SOLVE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해결 방안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지연 문제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00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게이트웨이 캐싱 + 비동기 스트리밍 응답으로 3초 이내 목표 충족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락인 우려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51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어댑터 패턴 — 엔진 교체 시 오케스트레이션 레이어 변경 불필요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 연동 부담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03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공식 API/Webhook 활용, 커스텀 미들웨어 불필요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성수기 트래픽 급증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754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오토스케일링 구조로 평시 대비 3배까지 자동 확장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99616" y="2066544"/>
            <a:ext cx="256032" cy="25603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755648" y="2194560"/>
            <a:ext cx="19019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2468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 분석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975104" cy="1371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246120"/>
            <a:ext cx="1975104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망분리 방식 확정 (게이트)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06654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913632" y="2194560"/>
            <a:ext cx="19019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23744" y="2468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23744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60904" y="3246120"/>
            <a:ext cx="1975104" cy="1371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60904" y="3246120"/>
            <a:ext cx="1975104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설계서, 연동 명세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15584" y="206654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1616" y="2194560"/>
            <a:ext cx="19019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2468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 ~ 2027-01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18888" y="3246120"/>
            <a:ext cx="1975104" cy="1371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18888" y="3246120"/>
            <a:ext cx="1975104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엔진 + 연동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73568" y="206654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2194560"/>
            <a:ext cx="19019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2468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통합/부하 테스트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76872" y="3246120"/>
            <a:ext cx="1975104" cy="1371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76872" y="3246120"/>
            <a:ext cx="1975104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N1(3초)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31552" y="206654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97696" y="2468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가동/안정화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97696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2027-03-01~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34856" y="3246120"/>
            <a:ext cx="1975104" cy="1371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34856" y="3246120"/>
            <a:ext cx="1975104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전환, 하이퍼케어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소요기간 약 5개월 · 2027-03-01 가동 목표 역산 일정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로드맵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 분석 단계에서 망분리 방식이 게이트로 확정된 후 설계 단계가 착수됩니다. 설계 → 개발 → 통합/부하 테스트를 거쳐 2027-03-01 가동을 목표로 순차 진행합니다.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017520"/>
            <a:ext cx="17007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 분석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30175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98064" y="3017520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98064" y="3017520"/>
            <a:ext cx="17007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30175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56048" y="3017520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3017520"/>
            <a:ext cx="17007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30175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14032" y="3017520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14032" y="3017520"/>
            <a:ext cx="17007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통합/부하 테스트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14816" y="30175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72016" y="3017520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72016" y="3017520"/>
            <a:ext cx="17007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700784" cy="548640"/>
          </a:xfrm>
          <a:prstGeom prst="roundRect">
            <a:avLst>
              <a:gd name="adj" fmla="val 10000"/>
            </a:avLst>
          </a:prstGeom>
          <a:solidFill>
            <a:srgbClr val="8A5A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690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망분리 방식이 요건 분석 단계 종료 시점까지 미확정 시 설계 착수가 지연됩니다. 첫 성수기 트래픽 검증은 가동 후 실사용 모니터링으로 대체합니다.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투입 인건비 등 비용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223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21945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산정 근거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금액(원)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 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40일 × 800,000원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40일 × 500,000원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40일 × 500,000원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15일 × 450,000원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Leader(파트타임)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30일 × 600,000원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7223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4805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금액(원)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 사용료 (12개월)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클라우드 인프라 (12개월)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Zendesk 연동 구축 (1회성)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092440" y="15087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09244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합계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286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141,750,000원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8458200" y="3246120"/>
            <a:ext cx="2788920" cy="0"/>
          </a:xfrm>
          <a:prstGeom prst="line">
            <a:avLst/>
          </a:prstGeom>
          <a:noFill/>
          <a:ln w="12700">
            <a:solidFill>
              <a:srgbClr val="3A4B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92440" y="3383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인건비 96,750,000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45,000,000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434340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3DDC9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321040" y="4343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대비 53% 여유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(상한 3억원)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5349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비용은 scripts/co-consult/proposal-cost-calculator.ts 실행 결과이며 (memory/techbridge-cost-input-2026-09-08.yaml 입력 기준), 수동 계산이 아닙니다.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2026-09-08T06:54:26Z</dcterms:created>
  <dcterms:modified xsi:type="dcterms:W3CDTF">2026-09-08T06:54:26Z</dcterms:modified>
</cp:coreProperties>
</file>